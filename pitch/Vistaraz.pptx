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Vistaraz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DF8F1"/>
                </a:solidFill>
                <a:latin typeface="Calibri"/>
              </a:rPr>
              <a:t>विस्ताराज़ — a friend for your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 trust-first, tiered mental-health platform for college students.
The first step to feeling better shouldn't feel heavy.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AI → Peer → Counselor → Crisis   |   Anonymous · No signup · 24×7   |   EN / HI / MR / 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DF8F1"/>
                </a:solidFill>
                <a:latin typeface="Calibri"/>
              </a:rPr>
              <a:t>College Hackathon Round —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WHY EXISTING SYSTEMS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Step 1 today is 'book a counselor' — feels heavy, like confessing.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Students delay or never seek help because of stigma.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~15% of Indian students show depression symptoms (NIMHANS).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Campus counselor shortage is real — can't be hired away.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One-size-fits-all portals ignore the trust gap.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212080" cy="1143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47088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~15%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47088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show depression symptoms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063239"/>
            <a:ext cx="5212080" cy="1143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72967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B7D6C"/>
                </a:solidFill>
                <a:latin typeface="Calibri"/>
              </a:rPr>
              <a:t>1 in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72967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A2E"/>
                </a:solidFill>
                <a:latin typeface="Calibri"/>
              </a:rPr>
              <a:t>delay help due to stigma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5212080" cy="1143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98848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B7D6C"/>
                </a:solidFill>
                <a:latin typeface="Calibri"/>
              </a:rPr>
              <a:t>Few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98848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A2E"/>
                </a:solidFill>
                <a:latin typeface="Calibri"/>
              </a:rPr>
              <a:t>campus counselors per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109728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7D6C"/>
                </a:solidFill>
                <a:latin typeface="Calibri"/>
              </a:rPr>
              <a:t>Insight: Stigma isn't a counselor-shortage problem.
It's a FIRST-STEP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A2E"/>
                </a:solidFill>
                <a:latin typeface="Calibri"/>
              </a:rPr>
              <a:t>Lower the first step to a 2-minute anonymous mood check-in — no login, no stranger.
Everything else (peer, counselor, crisis) builds from that moment of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Heavy first step  →  nobody comes.   Light first step  →  trust  →  help scales.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Solution — 4 Trust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NOBODY HITS A DEAD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97480" cy="4023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 · AI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Anonymous 24/7. Mood check-ins, journaling, breathing. Detects severity,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697480" cy="402336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2 · Peer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Trained senior students ('Peer Listeners', NIMHANS/iCall module). Anonymous rooms.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697480" cy="4023360"/>
          </a:xfrm>
          <a:prstGeom prst="rect">
            <a:avLst/>
          </a:prstGeom>
          <a:solidFill>
            <a:srgbClr val="E0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19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3 · Counselor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Book with only an anonymous ID to admin. Shared pool across colleges fixes shortage.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1828800"/>
            <a:ext cx="2697480" cy="4023360"/>
          </a:xfrm>
          <a:prstGeom prst="rect">
            <a:avLst/>
          </a:prstGeom>
          <a:solidFill>
            <a:srgbClr val="D64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79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4 · Crisis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One-tap helplines (iCall, Vandrevala, Tele-MANAS 14416). Auto-triggered 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Full Product — 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ONE PROTOTYPE, MANY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28216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🤖 AI triage  —  mood + 3 Q's → severity &amp; routing (LLM-ready)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04872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41448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🤝 Peer support  —  anonymous rooms + 1:1 listener +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18104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🎨 Dashboard  —  mood chart, streak, badges,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31336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📝 Journal &amp; 🫂 CBT  —  private entries + thought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44568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81144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🧭 Breathing  —  animated 4-4-4-4 box breathing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294376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💬 Community  —  anonymous feed + kind reactions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28216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🚨 SOS button  —  hold-to-call → crisis overlay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04872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441448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🧑 Counselor + Admin  —  shared pool, anon ledger,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18104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154680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🌍 i18n EN/HI/MR/GU  —  language switch across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831336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67912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🌙 Dark + Contrast  —  themes persisted locally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44568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581144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🛡 Privacy + My Data  —  delete-all, admin-blind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257800"/>
            <a:ext cx="5577840" cy="603504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5294376"/>
            <a:ext cx="5394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⚙ Gamification  —  streaks &amp; achievement badges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Product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WHAT YOU'LL SEE IN THE DEMO</a:t>
            </a:r>
          </a:p>
        </p:txBody>
      </p:sp>
      <p:pic>
        <p:nvPicPr>
          <p:cNvPr id="6" name="Picture 5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71600"/>
            <a:ext cx="10972800" cy="42974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E"/>
                </a:solidFill>
                <a:latin typeface="Calibri"/>
              </a:rPr>
              <a:t>Six core surfaces — all anonymous, all offline-capable, all installable as a PWA.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60-SECOND CLICKABLE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Landing → 'Start anonymously' (no signup, onboarding tour)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Mood slider + 3 questions → rule-based triage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Low/medium → routed to Peer Support room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Type a risk phrase → Crisis overlay auto-triggers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SOS hold-to-call button → instant helplines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Dashboard: streak, badges, 'lowest on Monday' insight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F2A2E"/>
                </a:solidFill>
                <a:latin typeface="Calibri"/>
              </a:rPr>
              <a:t>• CBT + Community + Counselor/Admin + Privacy 'My Data'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828800"/>
            <a:ext cx="3931920" cy="420624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Try it live: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60320"/>
            <a:ext cx="3566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Open index.html → checkin.html
triage.js is a pure function:
score({mood, text, answers})
  → severity: low | medium | high
  → route: self | peer | crisis
Same interface a real LLM slots into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Client: HTML/JS + global Crisis/SOS overlay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Anonymous session store — zero PII (opaque anon_id)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4 services: Triage · Peer Match · Booking · Crisis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– Demo: rule-based triage + localStorage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– Prod: FastAPI + LLM (Gemini) behind score()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Data: hashed logs, TTL auto-delete, encrypted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Helpline registry: iCall / Vandrevala / Tele-MANAS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Trust 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468880"/>
            <a:ext cx="4663440" cy="6858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Browser (anon)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337560"/>
            <a:ext cx="4663440" cy="68580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API / BFF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206240"/>
            <a:ext cx="4663440" cy="6858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Triage · Peer · Booking · Crisis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074920"/>
            <a:ext cx="4663440" cy="68580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07492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Encrypted Data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Privacy &amp; Safety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JUDGES ASK — WE SHOW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Anonymous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No name/email/phone. Opaque anon_id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82880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965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Blind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46888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Admin sees ID + slot. No faculty/parent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82880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965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Local-first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6888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Check-in state stays on device.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182880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1965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Auto-purge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46888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Hashed logs, short TTL in production.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Consent-gated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Identities revealed only by you.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384048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9776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Encrypted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4805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TLS + column-level encryption at rest.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384048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39776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🚨 SOS + 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44805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High-risk language auto-escalates, never routes around.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15984" y="3840480"/>
            <a:ext cx="2670048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39776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7D6C"/>
                </a:solidFill>
                <a:latin typeface="Calibri"/>
              </a:rPr>
              <a:t>🌍 Multilingual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44805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A2E"/>
                </a:solidFill>
                <a:latin typeface="Calibri"/>
              </a:rPr>
              <a:t>Stigma is worse vernacular — EN/HI/MR/GU.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Built for 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MULTILINGUAL + 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Language switcher: English, Hindi, Marathi, Gujarati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Resource library published in all four languages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Crisis keywords detected across languages in triage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Stigma is worse in vernacular, non-metro contexts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High-contrast mode + keyboard focus + ARIA labels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Dark mode for late-night, low-stimulation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384048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English  — EN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Hindi  — हिन्दी  (HI)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Marathi  — मराठी  (MR)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Gujarati  — ગુજરાતી  (GU)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Scalability &amp;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B2B2C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Sell to colleges as a subscription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Cheaper than hiring 5 in-house counselors each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Shared counselor pool across colleges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One network serves many campuses → solves shortage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Peer volunteers self-replenish each batch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Near-free, compounding supply of listeners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CSR / wellness-fund subsidies for low-income camps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College pays per-student/yr subscription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Counselor cost amortized across N colleges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Peer layer = ~0 marginal cost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Retention via trust, not forced signup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Impact (Demo 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WHAT SUCCESS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383280" cy="1737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Colleges onboarded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173736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38,200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Lives reached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828800"/>
            <a:ext cx="3383280" cy="1737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116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1,284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8346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Check-ins (30d)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3383280" cy="173736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612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Routed to peer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40480"/>
            <a:ext cx="3383280" cy="1737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233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84632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Routed to counselor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3840480"/>
            <a:ext cx="3383280" cy="173736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40233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84632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Crisis escalations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It's 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FRAMEWORKS &amp; TRUST ANCHORS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Peer Listener certification aligned with NIMHANS &amp; iCall training frameworks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Crisis routing uses verified national helplines: Tele-MANAS 14416, iCall (TISS), Vandrevala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Anonymous-first mirrors global best practice (7 Cups, Crisis Text Line) adapted for India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Resource library in Hindi, English, Marathi &amp; Gujarati — targets worse vernacular stigma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Safety built-in: high-risk language auto-escalates, never routes around crisis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Pilot with 3 colleges next semester — measure check-in → counselor conversion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Partnership intro to a telehealth/counselor network for the shared pool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Mentorship on campus wellness-fund / CSR funding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Vistaraz — विस्ताराज़. A friend for your mind.
Light first step. Real trust. No dead 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DF8F1"/>
                </a:solidFill>
                <a:latin typeface="Calibri"/>
              </a:rPr>
              <a:t>Demo: vistaraz/index.html   ·   In crisis: 14416 (Tele-MANAS)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